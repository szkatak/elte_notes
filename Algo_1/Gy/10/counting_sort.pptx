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" id="{B780859F-8D32-445F-A72F-10E70BFD8DC7}">
          <p14:sldIdLst>
            <p14:sldId id="256"/>
          </p14:sldIdLst>
        </p14:section>
        <p14:section name="1" id="{C2641D0A-E26C-4237-AD8C-F1D5920E7582}">
          <p14:sldIdLst>
            <p14:sldId id="258"/>
            <p14:sldId id="259"/>
            <p14:sldId id="260"/>
            <p14:sldId id="262"/>
            <p14:sldId id="263"/>
            <p14:sldId id="264"/>
            <p14:sldId id="265"/>
            <p14:sldId id="266"/>
          </p14:sldIdLst>
        </p14:section>
        <p14:section name="2" id="{A9EB4DF7-2237-4699-BC2E-16D52F9D8882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8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8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1600CE-E271-A554-D10C-3A215ED02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D6159B1-578E-D1B7-0888-D938A56B1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108AFF8-E7EC-8662-839C-77EEF912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05B7307-4377-5BB9-1F3B-8B628341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AEA8C31-404A-E119-D894-BD982A69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460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F25304-54E4-9D3E-67F9-F47EAAE1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FC4C6A-B57F-61F5-99BF-D902D50E3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6138511-53AC-03E5-CD73-949970931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539065D-9B63-A1F5-56C8-90991E0D9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B4991BF-36D2-2641-8443-8832E0EC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9944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2076EB-D57C-433C-E475-7426D0BE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8745435-60C5-F16D-450C-450037815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4B3465C-CBE8-0026-DA5F-6951C7874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6F7EC6F-CFBA-BD36-F43D-7D6B146AC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FC298B-646F-8BE6-0F92-3054373D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326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0296DF-25D3-01C6-4E96-BC366D78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84CE159-20DA-9E47-DBFF-B73E30AD75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806160B-60C0-DA8B-4023-B64840E7F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6666003-19D8-B750-32F1-D5A1809C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2D290ED-CDE0-9CB9-6025-80C6EC0A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5C688E0-A065-68D6-0992-7AA1D84E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0091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C3D8D8-ECDF-FC40-61FE-C80105BF7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75C5951-0275-E32B-C8B8-BEBFC8C28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DC0225F-6871-68FD-DCD0-D9BC6D131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C2FAC40-544D-7D5C-2146-013AF3CAA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263590D-EEC4-072D-16D5-6C5E7F3FD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6FF1A97-2F8C-E528-085D-B86EAA395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DD72666-96DE-E6B3-C0A7-31BDAC64B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1BCF5AD-D08A-D41B-6B3C-DA9F1974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857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6C5FDD-CB67-8BDB-74E8-EFAF04AC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ED460A6-FC40-F605-D66B-9CC0D588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74BA5B4-E0F2-FE1E-6E60-195E8548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F84737E-CF79-C5B0-591B-33F04EB9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732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FF712A5-5D99-6FA3-FA9F-98526E99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1799D5F-2748-9395-C1B1-746B10F1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217BB36-36AF-90FE-6698-EE6C043B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328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B3D203-98B9-9C2C-EAC9-D0166630A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207C56-810D-ED18-6BF8-94E45B3B8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B4203C6-1EC9-2C59-D5A6-0D33449DB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82616CC-F26A-7C00-0959-145BF0E5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B69697B-ED11-146F-4BC4-C33DB4FEF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BEFD87-1B05-A972-3482-D9C38F58C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54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37ED5B-CF5B-4423-2DE6-FA17426A5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287CC3A-8F06-2932-3C68-8C8AC3202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21B0C5E-82B7-ECE6-3EAE-786859ABE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7536614-B683-B737-EB12-79580B35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B351C4D-2FE2-0193-1D00-462904FB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6700DE1-FB29-4B45-9611-DA676DD0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892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CEC0E4-6D6F-E7B3-AAB9-2522D9ED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793D0D6-6909-E777-13D9-7A6A88496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4BB3BE3-6ED4-1845-E1AD-22852EE6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67BEC3A-8A76-E65A-8778-3F0F06224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DF31281-0FEA-9F9C-C9EB-78C315F2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4807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4FAC351-AF58-4392-D1D2-5A9DE0C5F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2096CCE-0B08-7947-68C6-FB25999D6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589D0F4-47B2-9D4C-473F-E5AED512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31BAD51-C623-6752-7C55-AFE4FA21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0590462-906D-D4E8-E185-FBF1BFF3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82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95E94B4-FC38-30C3-019C-686A1388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1F50BA7-A62A-B45F-F622-DB4FCBAAB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EDD091D-45AB-3663-3F20-D34E86380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1D419-AF7E-4A2D-BA77-A9BA2D61FEFF}" type="datetimeFigureOut">
              <a:rPr lang="hu-HU" smtClean="0"/>
              <a:t>2023. 05. 22.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FE62A19-96A4-4D1E-04AB-497D67C81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5C1D5AB-1E16-52C3-6DBD-55F603F82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53B55-873C-4B8A-98F6-125B57E9E0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09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63EA79-1A38-414F-B05F-EE24C6B4F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Counting</a:t>
            </a:r>
            <a:r>
              <a:rPr lang="hu-HU" dirty="0"/>
              <a:t> sort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DAE3630-B3EE-82FB-23F7-79DB8029F0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Szebeni Kata</a:t>
            </a:r>
          </a:p>
        </p:txBody>
      </p:sp>
    </p:spTree>
    <p:extLst>
      <p:ext uri="{BB962C8B-B14F-4D97-AF65-F5344CB8AC3E}">
        <p14:creationId xmlns:p14="http://schemas.microsoft.com/office/powerpoint/2010/main" val="259748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áblázat 2">
            <a:extLst>
              <a:ext uri="{FF2B5EF4-FFF2-40B4-BE49-F238E27FC236}">
                <a16:creationId xmlns:a16="http://schemas.microsoft.com/office/drawing/2014/main" id="{E6DA8928-3700-67A5-5B7B-D2D6AE1EF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608111"/>
              </p:ext>
            </p:extLst>
          </p:nvPr>
        </p:nvGraphicFramePr>
        <p:xfrm>
          <a:off x="738144" y="462211"/>
          <a:ext cx="6697320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95E79DB4-CE2F-2553-9CD2-E270C8669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944666"/>
              </p:ext>
            </p:extLst>
          </p:nvPr>
        </p:nvGraphicFramePr>
        <p:xfrm>
          <a:off x="738144" y="3706727"/>
          <a:ext cx="6697320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03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BD569F64-8F0A-6EF7-E764-A794C9B76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191322"/>
              </p:ext>
            </p:extLst>
          </p:nvPr>
        </p:nvGraphicFramePr>
        <p:xfrm>
          <a:off x="738144" y="4155390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  <p:sp>
        <p:nvSpPr>
          <p:cNvPr id="5" name="Szövegdoboz 4">
            <a:extLst>
              <a:ext uri="{FF2B5EF4-FFF2-40B4-BE49-F238E27FC236}">
                <a16:creationId xmlns:a16="http://schemas.microsoft.com/office/drawing/2014/main" id="{9278CEBF-A971-7028-F3BE-93370A3479B4}"/>
              </a:ext>
            </a:extLst>
          </p:cNvPr>
          <p:cNvSpPr txBox="1"/>
          <p:nvPr/>
        </p:nvSpPr>
        <p:spPr>
          <a:xfrm>
            <a:off x="7581013" y="1354947"/>
            <a:ext cx="1307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3 + 2 = 5</a:t>
            </a:r>
          </a:p>
        </p:txBody>
      </p:sp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BA246C93-DBE7-56C7-A7DD-43C7B4CFF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936559"/>
              </p:ext>
            </p:extLst>
          </p:nvPr>
        </p:nvGraphicFramePr>
        <p:xfrm>
          <a:off x="738144" y="360948"/>
          <a:ext cx="6697320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  <p:sp>
        <p:nvSpPr>
          <p:cNvPr id="4" name="Ellipszis 3">
            <a:extLst>
              <a:ext uri="{FF2B5EF4-FFF2-40B4-BE49-F238E27FC236}">
                <a16:creationId xmlns:a16="http://schemas.microsoft.com/office/drawing/2014/main" id="{76977B4C-D8ED-4190-BF58-F50D4C865573}"/>
              </a:ext>
            </a:extLst>
          </p:cNvPr>
          <p:cNvSpPr/>
          <p:nvPr/>
        </p:nvSpPr>
        <p:spPr>
          <a:xfrm rot="19520253">
            <a:off x="6111992" y="1171675"/>
            <a:ext cx="1363579" cy="35482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83BE7E4D-9C86-D60F-5CE6-94825F1EAA32}"/>
              </a:ext>
            </a:extLst>
          </p:cNvPr>
          <p:cNvSpPr txBox="1"/>
          <p:nvPr/>
        </p:nvSpPr>
        <p:spPr>
          <a:xfrm>
            <a:off x="7581013" y="815401"/>
            <a:ext cx="2754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0. indexen lévő adat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4DEACE74-21E6-D648-91B4-223398CB7B63}"/>
              </a:ext>
            </a:extLst>
          </p:cNvPr>
          <p:cNvSpPr txBox="1"/>
          <p:nvPr/>
        </p:nvSpPr>
        <p:spPr>
          <a:xfrm>
            <a:off x="7581013" y="1864740"/>
            <a:ext cx="1307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0 + 5 = 5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EE22EC74-1B7A-6AF0-19E9-9692050532DB}"/>
              </a:ext>
            </a:extLst>
          </p:cNvPr>
          <p:cNvSpPr txBox="1"/>
          <p:nvPr/>
        </p:nvSpPr>
        <p:spPr>
          <a:xfrm>
            <a:off x="7581012" y="2348948"/>
            <a:ext cx="1307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1 + 5 = 6</a:t>
            </a:r>
          </a:p>
        </p:txBody>
      </p:sp>
      <p:sp>
        <p:nvSpPr>
          <p:cNvPr id="12" name="Jobb oldali kapcsos zárójel 11">
            <a:extLst>
              <a:ext uri="{FF2B5EF4-FFF2-40B4-BE49-F238E27FC236}">
                <a16:creationId xmlns:a16="http://schemas.microsoft.com/office/drawing/2014/main" id="{AD9C910D-BBDF-903A-B7BA-D3A22D26A2DD}"/>
              </a:ext>
            </a:extLst>
          </p:cNvPr>
          <p:cNvSpPr/>
          <p:nvPr/>
        </p:nvSpPr>
        <p:spPr>
          <a:xfrm rot="16200000">
            <a:off x="9338657" y="1999306"/>
            <a:ext cx="232012" cy="399839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203AB189-6181-DBEC-F33C-DEF624D9F351}"/>
              </a:ext>
            </a:extLst>
          </p:cNvPr>
          <p:cNvSpPr txBox="1"/>
          <p:nvPr/>
        </p:nvSpPr>
        <p:spPr>
          <a:xfrm>
            <a:off x="7767079" y="2907945"/>
            <a:ext cx="3375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dirty="0"/>
              <a:t>Az eredeti tömb </a:t>
            </a:r>
            <a:r>
              <a:rPr lang="hu-HU" sz="2800" b="1" dirty="0"/>
              <a:t>fordított</a:t>
            </a:r>
            <a:r>
              <a:rPr lang="hu-HU" sz="2800" dirty="0"/>
              <a:t> sorrendben</a:t>
            </a:r>
          </a:p>
        </p:txBody>
      </p:sp>
    </p:spTree>
    <p:extLst>
      <p:ext uri="{BB962C8B-B14F-4D97-AF65-F5344CB8AC3E}">
        <p14:creationId xmlns:p14="http://schemas.microsoft.com/office/powerpoint/2010/main" val="215654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áblázat 1">
            <a:extLst>
              <a:ext uri="{FF2B5EF4-FFF2-40B4-BE49-F238E27FC236}">
                <a16:creationId xmlns:a16="http://schemas.microsoft.com/office/drawing/2014/main" id="{33AB1440-F5FB-6860-0752-966839A87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043880"/>
              </p:ext>
            </p:extLst>
          </p:nvPr>
        </p:nvGraphicFramePr>
        <p:xfrm>
          <a:off x="738144" y="1054028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85210"/>
              </p:ext>
            </p:extLst>
          </p:nvPr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  <p:sp>
        <p:nvSpPr>
          <p:cNvPr id="3" name="Szövegdoboz 2">
            <a:extLst>
              <a:ext uri="{FF2B5EF4-FFF2-40B4-BE49-F238E27FC236}">
                <a16:creationId xmlns:a16="http://schemas.microsoft.com/office/drawing/2014/main" id="{436411FA-20CC-E643-8FFA-E6211445F698}"/>
              </a:ext>
            </a:extLst>
          </p:cNvPr>
          <p:cNvSpPr txBox="1"/>
          <p:nvPr/>
        </p:nvSpPr>
        <p:spPr>
          <a:xfrm>
            <a:off x="6096000" y="3795978"/>
            <a:ext cx="53578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Kiolvassuk a C tömbből a megfelelő elemet (zöld) és eggyel csökkentjük. Arra az indexre kerül az adott szám.</a:t>
            </a:r>
          </a:p>
        </p:txBody>
      </p:sp>
    </p:spTree>
    <p:extLst>
      <p:ext uri="{BB962C8B-B14F-4D97-AF65-F5344CB8AC3E}">
        <p14:creationId xmlns:p14="http://schemas.microsoft.com/office/powerpoint/2010/main" val="2456161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áblázat 1">
            <a:extLst>
              <a:ext uri="{FF2B5EF4-FFF2-40B4-BE49-F238E27FC236}">
                <a16:creationId xmlns:a16="http://schemas.microsoft.com/office/drawing/2014/main" id="{33AB1440-F5FB-6860-0752-966839A87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097943"/>
              </p:ext>
            </p:extLst>
          </p:nvPr>
        </p:nvGraphicFramePr>
        <p:xfrm>
          <a:off x="738144" y="1054028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239832"/>
              </p:ext>
            </p:extLst>
          </p:nvPr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57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áblázat 1">
            <a:extLst>
              <a:ext uri="{FF2B5EF4-FFF2-40B4-BE49-F238E27FC236}">
                <a16:creationId xmlns:a16="http://schemas.microsoft.com/office/drawing/2014/main" id="{33AB1440-F5FB-6860-0752-966839A87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004298"/>
              </p:ext>
            </p:extLst>
          </p:nvPr>
        </p:nvGraphicFramePr>
        <p:xfrm>
          <a:off x="738144" y="1054028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94779"/>
              </p:ext>
            </p:extLst>
          </p:nvPr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968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áblázat 1">
            <a:extLst>
              <a:ext uri="{FF2B5EF4-FFF2-40B4-BE49-F238E27FC236}">
                <a16:creationId xmlns:a16="http://schemas.microsoft.com/office/drawing/2014/main" id="{33AB1440-F5FB-6860-0752-966839A87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351698"/>
              </p:ext>
            </p:extLst>
          </p:nvPr>
        </p:nvGraphicFramePr>
        <p:xfrm>
          <a:off x="738144" y="1054028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690423"/>
              </p:ext>
            </p:extLst>
          </p:nvPr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129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áblázat 1">
            <a:extLst>
              <a:ext uri="{FF2B5EF4-FFF2-40B4-BE49-F238E27FC236}">
                <a16:creationId xmlns:a16="http://schemas.microsoft.com/office/drawing/2014/main" id="{33AB1440-F5FB-6860-0752-966839A87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252762"/>
              </p:ext>
            </p:extLst>
          </p:nvPr>
        </p:nvGraphicFramePr>
        <p:xfrm>
          <a:off x="738144" y="1054028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914146"/>
              </p:ext>
            </p:extLst>
          </p:nvPr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879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áblázat 1">
            <a:extLst>
              <a:ext uri="{FF2B5EF4-FFF2-40B4-BE49-F238E27FC236}">
                <a16:creationId xmlns:a16="http://schemas.microsoft.com/office/drawing/2014/main" id="{33AB1440-F5FB-6860-0752-966839A87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021899"/>
              </p:ext>
            </p:extLst>
          </p:nvPr>
        </p:nvGraphicFramePr>
        <p:xfrm>
          <a:off x="738144" y="1054028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014580"/>
              </p:ext>
            </p:extLst>
          </p:nvPr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063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áblázat 2">
            <a:extLst>
              <a:ext uri="{FF2B5EF4-FFF2-40B4-BE49-F238E27FC236}">
                <a16:creationId xmlns:a16="http://schemas.microsoft.com/office/drawing/2014/main" id="{E6DA8928-3700-67A5-5B7B-D2D6AE1EF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288934"/>
              </p:ext>
            </p:extLst>
          </p:nvPr>
        </p:nvGraphicFramePr>
        <p:xfrm>
          <a:off x="738144" y="652890"/>
          <a:ext cx="6697320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  <p:graphicFrame>
        <p:nvGraphicFramePr>
          <p:cNvPr id="5" name="Táblázat 2">
            <a:extLst>
              <a:ext uri="{FF2B5EF4-FFF2-40B4-BE49-F238E27FC236}">
                <a16:creationId xmlns:a16="http://schemas.microsoft.com/office/drawing/2014/main" id="{F6B9B4DD-A3E3-597C-5D2B-938A7ECEA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562111"/>
              </p:ext>
            </p:extLst>
          </p:nvPr>
        </p:nvGraphicFramePr>
        <p:xfrm>
          <a:off x="738144" y="3755445"/>
          <a:ext cx="6697320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171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BD569F64-8F0A-6EF7-E764-A794C9B76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595649"/>
              </p:ext>
            </p:extLst>
          </p:nvPr>
        </p:nvGraphicFramePr>
        <p:xfrm>
          <a:off x="738144" y="4155390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  <p:sp>
        <p:nvSpPr>
          <p:cNvPr id="5" name="Szövegdoboz 4">
            <a:extLst>
              <a:ext uri="{FF2B5EF4-FFF2-40B4-BE49-F238E27FC236}">
                <a16:creationId xmlns:a16="http://schemas.microsoft.com/office/drawing/2014/main" id="{9278CEBF-A971-7028-F3BE-93370A3479B4}"/>
              </a:ext>
            </a:extLst>
          </p:cNvPr>
          <p:cNvSpPr txBox="1"/>
          <p:nvPr/>
        </p:nvSpPr>
        <p:spPr>
          <a:xfrm>
            <a:off x="7581013" y="1354947"/>
            <a:ext cx="1307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0 + 2 = 2</a:t>
            </a:r>
          </a:p>
        </p:txBody>
      </p:sp>
      <p:sp>
        <p:nvSpPr>
          <p:cNvPr id="4" name="Ellipszis 3">
            <a:extLst>
              <a:ext uri="{FF2B5EF4-FFF2-40B4-BE49-F238E27FC236}">
                <a16:creationId xmlns:a16="http://schemas.microsoft.com/office/drawing/2014/main" id="{76977B4C-D8ED-4190-BF58-F50D4C865573}"/>
              </a:ext>
            </a:extLst>
          </p:cNvPr>
          <p:cNvSpPr/>
          <p:nvPr/>
        </p:nvSpPr>
        <p:spPr>
          <a:xfrm rot="19520253">
            <a:off x="6111992" y="1171675"/>
            <a:ext cx="1363579" cy="35482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83BE7E4D-9C86-D60F-5CE6-94825F1EAA32}"/>
              </a:ext>
            </a:extLst>
          </p:cNvPr>
          <p:cNvSpPr txBox="1"/>
          <p:nvPr/>
        </p:nvSpPr>
        <p:spPr>
          <a:xfrm>
            <a:off x="7581013" y="815401"/>
            <a:ext cx="2754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0. indexen lévő adat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4DEACE74-21E6-D648-91B4-223398CB7B63}"/>
              </a:ext>
            </a:extLst>
          </p:cNvPr>
          <p:cNvSpPr txBox="1"/>
          <p:nvPr/>
        </p:nvSpPr>
        <p:spPr>
          <a:xfrm>
            <a:off x="7581013" y="1864740"/>
            <a:ext cx="1307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3 + 2 = 5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EE22EC74-1B7A-6AF0-19E9-9692050532DB}"/>
              </a:ext>
            </a:extLst>
          </p:cNvPr>
          <p:cNvSpPr txBox="1"/>
          <p:nvPr/>
        </p:nvSpPr>
        <p:spPr>
          <a:xfrm>
            <a:off x="7581012" y="2348948"/>
            <a:ext cx="1307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1 + 5 = 6</a:t>
            </a:r>
          </a:p>
        </p:txBody>
      </p:sp>
      <p:graphicFrame>
        <p:nvGraphicFramePr>
          <p:cNvPr id="2" name="Táblázat 2">
            <a:extLst>
              <a:ext uri="{FF2B5EF4-FFF2-40B4-BE49-F238E27FC236}">
                <a16:creationId xmlns:a16="http://schemas.microsoft.com/office/drawing/2014/main" id="{95C32E4E-A380-E75D-B9DC-188A732D9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450877"/>
              </p:ext>
            </p:extLst>
          </p:nvPr>
        </p:nvGraphicFramePr>
        <p:xfrm>
          <a:off x="738144" y="365233"/>
          <a:ext cx="6697320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941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89426"/>
              </p:ext>
            </p:extLst>
          </p:nvPr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E7318F8A-95D1-E477-B9AC-DD0139740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62576"/>
              </p:ext>
            </p:extLst>
          </p:nvPr>
        </p:nvGraphicFramePr>
        <p:xfrm>
          <a:off x="738144" y="1116172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36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136127"/>
              </p:ext>
            </p:extLst>
          </p:nvPr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E7318F8A-95D1-E477-B9AC-DD0139740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164429"/>
              </p:ext>
            </p:extLst>
          </p:nvPr>
        </p:nvGraphicFramePr>
        <p:xfrm>
          <a:off x="738144" y="1116172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598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600165"/>
              </p:ext>
            </p:extLst>
          </p:nvPr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E7318F8A-95D1-E477-B9AC-DD0139740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200999"/>
              </p:ext>
            </p:extLst>
          </p:nvPr>
        </p:nvGraphicFramePr>
        <p:xfrm>
          <a:off x="738144" y="1116172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739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296408"/>
              </p:ext>
            </p:extLst>
          </p:nvPr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E7318F8A-95D1-E477-B9AC-DD0139740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798661"/>
              </p:ext>
            </p:extLst>
          </p:nvPr>
        </p:nvGraphicFramePr>
        <p:xfrm>
          <a:off x="738144" y="1116172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793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712550"/>
              </p:ext>
            </p:extLst>
          </p:nvPr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E7318F8A-95D1-E477-B9AC-DD0139740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18573"/>
              </p:ext>
            </p:extLst>
          </p:nvPr>
        </p:nvGraphicFramePr>
        <p:xfrm>
          <a:off x="738144" y="1116172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776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A5CFB19D-62E8-A6C4-D6E4-CA1C7B51EE3C}"/>
              </a:ext>
            </a:extLst>
          </p:cNvPr>
          <p:cNvGraphicFramePr>
            <a:graphicFrameLocks noGrp="1"/>
          </p:cNvGraphicFramePr>
          <p:nvPr/>
        </p:nvGraphicFramePr>
        <p:xfrm>
          <a:off x="738144" y="4590594"/>
          <a:ext cx="475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6220984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331339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12255174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434010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62875274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3863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51330"/>
                  </a:ext>
                </a:extLst>
              </a:tr>
            </a:tbl>
          </a:graphicData>
        </a:graphic>
      </p:graphicFrame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E7318F8A-95D1-E477-B9AC-DD0139740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22288"/>
              </p:ext>
            </p:extLst>
          </p:nvPr>
        </p:nvGraphicFramePr>
        <p:xfrm>
          <a:off x="738144" y="1116172"/>
          <a:ext cx="10715712" cy="244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32">
                  <a:extLst>
                    <a:ext uri="{9D8B030D-6E8A-4147-A177-3AD203B41FA5}">
                      <a16:colId xmlns:a16="http://schemas.microsoft.com/office/drawing/2014/main" val="2965419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06000768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339692744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9164696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76701140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70204956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4292320409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829835040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5165848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269478675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446017925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1622539901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22756057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38554853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959149128"/>
                    </a:ext>
                  </a:extLst>
                </a:gridCol>
                <a:gridCol w="669732">
                  <a:extLst>
                    <a:ext uri="{9D8B030D-6E8A-4147-A177-3AD203B41FA5}">
                      <a16:colId xmlns:a16="http://schemas.microsoft.com/office/drawing/2014/main" val="3556589460"/>
                    </a:ext>
                  </a:extLst>
                </a:gridCol>
              </a:tblGrid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C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3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271144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7833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52078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4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2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96829"/>
                  </a:ext>
                </a:extLst>
              </a:tr>
              <a:tr h="489933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3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0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+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1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6</a:t>
                      </a:r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5</a:t>
                      </a:r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400" dirty="0"/>
                    </a:p>
                  </a:txBody>
                  <a:tcPr marL="120551" marR="120551" marT="60276" marB="60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024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989</Words>
  <Application>Microsoft Office PowerPoint</Application>
  <PresentationFormat>Szélesvásznú</PresentationFormat>
  <Paragraphs>856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Office-téma</vt:lpstr>
      <vt:lpstr>Counting sort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Szebeni Kata Krisztina</dc:creator>
  <cp:lastModifiedBy>Szebeni Kata Krisztina</cp:lastModifiedBy>
  <cp:revision>10</cp:revision>
  <dcterms:created xsi:type="dcterms:W3CDTF">2023-05-21T15:17:04Z</dcterms:created>
  <dcterms:modified xsi:type="dcterms:W3CDTF">2023-05-22T22:04:05Z</dcterms:modified>
</cp:coreProperties>
</file>